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2DAB-73BA-A544-B66B-2A91AF6EB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and NLP Applications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FE4EE-B795-8E51-1428-451C58D7F3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Topics: RNN, LSTM, GRU, Transformers, BERT, NLP Applications, Ethics &amp; Bias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94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FE75-7D2B-9970-89B8-0BF4C4447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Deep Learning in NLP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CFAB-68AB-8110-1B84-AEEF717A4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Deep Learning improves Natural Language Processing</a:t>
            </a:r>
          </a:p>
          <a:p>
            <a:r>
              <a:rPr lang="en-US" dirty="0"/>
              <a:t>• Uses neural networks to understand text and speech</a:t>
            </a:r>
          </a:p>
          <a:p>
            <a:r>
              <a:rPr lang="en-US" dirty="0"/>
              <a:t>• Handles complex language patterns</a:t>
            </a:r>
          </a:p>
          <a:p>
            <a:r>
              <a:rPr lang="en-US" dirty="0"/>
              <a:t>• Used in translation, chatbots, and sentiment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89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87C5-C945-F9AC-92E6-1DF9B5FE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Recurrent Neural Networks (RNN)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28915-AF46-9720-18C0-38FEA8CB4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Designed for sequential data</a:t>
            </a:r>
          </a:p>
          <a:p>
            <a:r>
              <a:rPr lang="en-US" dirty="0"/>
              <a:t>• Remembers previous inputs using hidden states</a:t>
            </a:r>
          </a:p>
          <a:p>
            <a:r>
              <a:rPr lang="en-US" dirty="0"/>
              <a:t>• Used in text generation and language modeling</a:t>
            </a:r>
          </a:p>
          <a:p>
            <a:r>
              <a:rPr lang="en-US" dirty="0"/>
              <a:t>• Limitation: vanishing gradient problem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57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F776-F13B-E77F-B107-A4175500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ECE6-C654-D1DD-2F00-4938E6E89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Special type of RNN</a:t>
            </a:r>
          </a:p>
          <a:p>
            <a:r>
              <a:rPr lang="en-US" dirty="0"/>
              <a:t>• Solves vanishing gradient problem</a:t>
            </a:r>
          </a:p>
          <a:p>
            <a:r>
              <a:rPr lang="en-US" dirty="0"/>
              <a:t>• Uses gates: input, forget, output</a:t>
            </a:r>
          </a:p>
          <a:p>
            <a:r>
              <a:rPr lang="en-US" dirty="0"/>
              <a:t>• Good for long sequence dependencies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11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9C71-0523-001A-2F5D-739157DE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Gated Recurrent Unit 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795D-FAA6-283A-31C8-718E7FC65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Simplified version of LSTM</a:t>
            </a:r>
          </a:p>
          <a:p>
            <a:r>
              <a:rPr lang="en-US" dirty="0"/>
              <a:t>• Uses update and reset gates</a:t>
            </a:r>
          </a:p>
          <a:p>
            <a:r>
              <a:rPr lang="en-US" dirty="0"/>
              <a:t>• Faster and computationally efficient</a:t>
            </a:r>
          </a:p>
          <a:p>
            <a:r>
              <a:rPr lang="en-US" dirty="0"/>
              <a:t>• Performs well in many NLP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607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58A66-8EBF-0A43-1894-3337A4FD0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1C595-FC72-88CE-97C6-813813A2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Modern deep learning architecture</a:t>
            </a:r>
          </a:p>
          <a:p>
            <a:r>
              <a:rPr lang="en-US" dirty="0"/>
              <a:t>• Uses attention mechanism</a:t>
            </a:r>
          </a:p>
          <a:p>
            <a:r>
              <a:rPr lang="en-US" dirty="0"/>
              <a:t>• Processes words in parallel</a:t>
            </a:r>
          </a:p>
          <a:p>
            <a:r>
              <a:rPr lang="en-US" dirty="0"/>
              <a:t>• Foundation for advanced NLP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35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0DF9-66E8-F9F4-6770-75E1FB3D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D296-2E35-2CDF-402D-77ED579D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Bidirectional Encoder Representations from Transformers</a:t>
            </a:r>
          </a:p>
          <a:p>
            <a:r>
              <a:rPr lang="en-US" dirty="0"/>
              <a:t>• Developed by Google</a:t>
            </a:r>
          </a:p>
          <a:p>
            <a:r>
              <a:rPr lang="en-US" dirty="0"/>
              <a:t>• Understands context from both directions</a:t>
            </a:r>
          </a:p>
          <a:p>
            <a:r>
              <a:rPr lang="en-US" dirty="0"/>
              <a:t>• Used in search engines and QA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49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21B8-FDDD-7D2A-B97D-1D843060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Applications: Machine Translation &amp; Chatbots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585AB-8E75-AC63-B56E-93AAC33B1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Machine Translation converts text between languages</a:t>
            </a:r>
          </a:p>
          <a:p>
            <a:r>
              <a:rPr lang="en-US" dirty="0"/>
              <a:t>• Example: Google Translate</a:t>
            </a:r>
          </a:p>
          <a:p>
            <a:r>
              <a:rPr lang="en-US" dirty="0"/>
              <a:t>• Chatbots simulate human conversation</a:t>
            </a:r>
          </a:p>
          <a:p>
            <a:r>
              <a:rPr lang="en-US" dirty="0"/>
              <a:t>• Used in customer support and virtual assistants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075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B50B-5696-11C6-4385-165B6E81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Applications: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7230E-76E0-324C-CEB1-281C9D37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Determines emotion or opinion in text</a:t>
            </a:r>
          </a:p>
          <a:p>
            <a:r>
              <a:rPr lang="en-US" dirty="0"/>
              <a:t>• Used in product reviews and social media</a:t>
            </a:r>
          </a:p>
          <a:p>
            <a:r>
              <a:rPr lang="en-US" dirty="0"/>
              <a:t>• Helps businesses understand customer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22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7605-4D6B-3B5F-C574-94AEEFE0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NLP and Bias in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16362-46B9-BF40-B21F-CCB5DBB25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AI systems may inherit bias from data</a:t>
            </a:r>
          </a:p>
          <a:p>
            <a:r>
              <a:rPr lang="en-US" dirty="0"/>
              <a:t>• Can lead to unfair or discriminatory outcomes</a:t>
            </a:r>
          </a:p>
          <a:p>
            <a:r>
              <a:rPr lang="en-US" dirty="0"/>
              <a:t>• Ethical AI requires fairness and transparency</a:t>
            </a:r>
          </a:p>
          <a:p>
            <a:r>
              <a:rPr lang="en-US" dirty="0"/>
              <a:t>• Importance of responsible AI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0610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</TotalTime>
  <Words>291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Gallery</vt:lpstr>
      <vt:lpstr>Deep Learning and NLP Applications</vt:lpstr>
      <vt:lpstr>Introduction to Deep Learning in NLP</vt:lpstr>
      <vt:lpstr>Recurrent Neural Networks (RNN)</vt:lpstr>
      <vt:lpstr>Long Short-Term Memory (LSTM)</vt:lpstr>
      <vt:lpstr>Gated Recurrent Unit (GRU)</vt:lpstr>
      <vt:lpstr>Transformers</vt:lpstr>
      <vt:lpstr>BERT Model</vt:lpstr>
      <vt:lpstr>Applications: Machine Translation &amp; Chatbots</vt:lpstr>
      <vt:lpstr>Applications: Sentiment Analysis</vt:lpstr>
      <vt:lpstr>Ethics in NLP and Bias in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Sharia Muthu</dc:creator>
  <cp:lastModifiedBy>Sharia Muthu</cp:lastModifiedBy>
  <cp:revision>1</cp:revision>
  <dcterms:created xsi:type="dcterms:W3CDTF">2026-03-09T08:33:20Z</dcterms:created>
  <dcterms:modified xsi:type="dcterms:W3CDTF">2026-03-09T08:41:22Z</dcterms:modified>
</cp:coreProperties>
</file>